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B8A6"/>
                </a:solidFill>
                <a:latin typeface="Segoe UI"/>
              </a:rPr>
              <a:t>PHASE I  ·  PROGRESS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Digitalization of the KSRTC Station-Master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CBD5E1"/>
                </a:solidFill>
                <a:latin typeface="Segoe UI"/>
              </a:rPr>
              <a:t>Video Observation · Python Analysis · ML Classification · Digital Waybill &amp; Real-Time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Team Members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Adithyan S  (TVE23EC0xx)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Student 2  (TVE23EC0xx)   ·   Student 3  (TVE23EC0xx)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4348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Segoe UI"/>
              </a:rPr>
              <a:t>Project Guide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Dr. ——————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Department of Electronics and Communication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College of Engineering Trivandrum  · 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Progress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103327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Milestone / Sub-task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4K video recording of the operation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Frame conversion (video → 1 Hz frames)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Literature review (journal paper: WPM method, analysis &amp; ML)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AI automatic waybill entry - number-plate detection website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Phase-I analysis pipeline using Python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Planned (Oct)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Phase-II ML model training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After Phase-I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WPM real-time monitoring website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  <a:latin typeface="Segoe UI"/>
                        </a:rPr>
                        <a:t>Building now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Work Completed — Video &amp;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8" name="Picture 7" descr="d1_camera_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24023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566160"/>
            <a:ext cx="109728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Recorded the operation: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a 4K bedside camera captured the station-master waybill-entry desk — 3840×2160 @29.92 fps · 118,174 frames · 65 m 51 s · 23.04 GiB h264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Converted to frames: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ffmpeg samples 1 frame/second → 3,951 JPEG frames (f_0001 … f_3951), each covering 1 second of the shift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Purpose: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frames are the input for the Python analysis and, later, the ML classification studied in the literature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Work Completed —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04/14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57784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Studied the journal paper: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Nesterak, Szelagowski &amp; Radziszewski — “Workplace performance measurement: digitalization of work observation and analysis”, J. Intell. Manuf. (2025)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WPM method understood: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five modules — video → process → analysis → automation → reporting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Analysis approach researched: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motion metrics, desk-zone mapping, activity classification and VA / NVA (value-added) discovery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ML model researched: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classifier over per-frame features (grayscale, colour histogram, edge/sharpness), labels derived from observed activities</a:t>
            </a:r>
          </a:p>
        </p:txBody>
      </p:sp>
      <p:pic>
        <p:nvPicPr>
          <p:cNvPr id="9" name="Picture 8" descr="d5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715000" cy="1242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93192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The five-module WPM method is the blueprint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Phase-I will realise modules 1–3; Phase-II adds modules 4–5 (ML automation + reporting).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Upcoming — Phase-I Analysis 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217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Planned for October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05/14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9" name="Picture 8" descr="d2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1" y="1805940"/>
            <a:ext cx="2926080" cy="22888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554480"/>
            <a:ext cx="6400800" cy="4090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Input: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the 3,951 converted frames (1 Hz timeline)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Compute per second: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grayscale motion energy, motion in desk cells, hue-histogram change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Map workspace: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3×4 desk grid; primary/secondary zones (writing area) found from motion persistence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Classify activities: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WRITE, CREW, CHECK, PAGE, WAIT per the journal method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Build event log: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run-length encode consecutive labels → events tagged VA / NVA (LEAN)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 i="0" dirty="0">
                <a:solidFill>
                  <a:srgbClr val="14B8A6"/>
                </a:solidFill>
                <a:latin typeface="Segoe UI"/>
              </a:rPr>
              <a:t>▪ </a:t>
            </a:r>
            <a:r>
              <a:rPr sz="2000" b="1" i="0" dirty="0">
                <a:solidFill>
                  <a:srgbClr val="0F172A"/>
                </a:solidFill>
                <a:latin typeface="Segoe UI"/>
              </a:rPr>
              <a:t>Output: </a:t>
            </a:r>
            <a:r>
              <a:rPr sz="2000" b="0" i="0" dirty="0">
                <a:solidFill>
                  <a:srgbClr val="0F172A"/>
                </a:solidFill>
                <a:latin typeface="Segoe UI"/>
              </a:rPr>
              <a:t>activity distribution, VA/NVA split, event log CSV/JSON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600200"/>
            <a:ext cx="137160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448056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Segoe UI"/>
              </a:rPr>
              <a:t>Cells derived from motion persistence, not manual assignment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Upcoming — Phase-II ML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217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After Phase-I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06/14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When: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starts only after Phase-I provides the labelled event log from the October analysis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Model (from literature):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RandomForest-style classifier over per-frame features — grayscale 48×48, HSV histogram, edge energy, sharpness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Labels: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activity per second taken from the Phase-I event log → supervised training set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Split &amp; training: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stratified train/test, class weights for imbalance (PAGE/CHECK are rare), compressed model artefact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Automation (module 4):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predict on all 3,951 frames → auto duty-log to MongoDB — no manual re-entry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Reporting (module 5): </a:t>
            </a:r>
            <a:r>
              <a:rPr sz="1500" b="0" i="0">
                <a:solidFill>
                  <a:srgbClr val="0F172A"/>
                </a:solidFill>
                <a:latin typeface="Segoe UI"/>
              </a:rPr>
              <a:t>dashboards, VA/NVA KPIs, PDF duty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Work Plan &amp; Gantt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07/14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8" name="Picture 7" descr="d9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338560" cy="53069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94A3B8"/>
                </a:solidFill>
                <a:latin typeface="Segoe UI"/>
              </a:rPr>
              <a:t>Key:  Phase-I analysis completes by 31 Oct  ·  Phase-II begins thereafter  ·  both website builds run in parallel 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Completed — AI Automatic Waybill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217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Number-plate detection based website ·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08/14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9" name="Picture 8" descr="d6_wayb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338560" cy="2503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291840"/>
            <a:ext cx="10972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Delivered: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automatic waybill entry from the vehicle number plate — replaces manual typing at the desk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How it works: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camera reads the plate (ANPR) → auto-fills waybill fields → digital record for verification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Status: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website and detection pipeline complete and working — live alongside the WPM build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In Progress — WPM Real-Time Monitoring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2179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Website 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09/14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9" name="Picture 8" descr="d6b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338560" cy="2503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291840"/>
            <a:ext cx="10972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Goal: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live monitoring dashboards of station-master activity — VA/NVA, activity mix, event log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How: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1 Hz frames → Python analysis → ML classification → live dashboard (MongoDB + Backblaze B2 assets)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Status: </a:t>
            </a:r>
            <a:r>
              <a:rPr sz="1450" b="0" i="0">
                <a:solidFill>
                  <a:srgbClr val="0F172A"/>
                </a:solidFill>
                <a:latin typeface="Segoe UI"/>
              </a:rPr>
              <a:t>under construction — framework, configuration and asset serving are in place; analysis/ML hooks attach after Phase-I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Digital Transformation of the Station-Master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10/14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pic>
        <p:nvPicPr>
          <p:cNvPr id="8" name="Picture 7" descr="d7_before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4190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Problem: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manual, slow, error-prone, unmeasurable — no digital evidence of the process or its performance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4B8A6"/>
                </a:solidFill>
                <a:latin typeface="Segoe UI"/>
              </a:rPr>
              <a:t>▪ </a:t>
            </a:r>
            <a:r>
              <a:rPr sz="1350" b="1" i="0">
                <a:solidFill>
                  <a:srgbClr val="0F172A"/>
                </a:solidFill>
                <a:latin typeface="Segoe UI"/>
              </a:rPr>
              <a:t>Solution: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observe automatically, classify activities, auto-fill waybills, and publish live KPIs — all bottleneck areas addressed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Next Steps (to end of October)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11/14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Planned Task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Window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Build Phase-I Python analysis (motion + zones + events)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Event log + VA/NVA report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Oct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Map desk grid &amp; verify activity thresholds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Validated activity classes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Oct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Complete &amp; document Phase-I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Phase-I report + demo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End Oct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Begin Phase-II ML training on the labelled frames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Trained model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Nov onwards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Finish WPM real-time monitoring website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Live dashboard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59536"/>
            <a:ext cx="82296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Phase-I Timeline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WPM-KSRTC  |  12/14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1554480"/>
          <a:ext cx="10012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Aug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Sep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Oct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Nov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Dec</a:t>
                      </a:r>
                    </a:p>
                  </a:txBody>
                  <a:tcPr marL="73152" marR="7315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4K video recording &amp; frames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Literature review (analysis &amp; ML)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Waybill plate-entry website (completed)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Phase-I Python analysis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Phase-II ML model training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WPM real-time monitoring website (build)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94A3B8"/>
                </a:solidFill>
                <a:latin typeface="Segoe UI"/>
              </a:rPr>
              <a:t>Phase-I closes end of October; Phase-II (ML automation) proceeds from November.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651760"/>
            <a:ext cx="137160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CBD5E1"/>
                </a:solidFill>
                <a:latin typeface="Segoe UI"/>
              </a:rPr>
              <a:t>Questions &amp;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Digitalization of the KSRTC Station-Master Operation · Phase-I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Dept. of Electronics and Communication Engineering · College of Engineering Trivandrum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Workplace Performance Measurement · Digitalization of Station-Master Operation · Phase-I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6528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Dept. of 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1175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Adithyan s</cp:lastModifiedBy>
  <cp:revision>2</cp:revision>
  <dcterms:created xsi:type="dcterms:W3CDTF">2013-01-27T09:14:16Z</dcterms:created>
  <dcterms:modified xsi:type="dcterms:W3CDTF">2026-10-04T05:50:27Z</dcterms:modified>
  <cp:category/>
</cp:coreProperties>
</file>